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3" name="Image 0" descr="pano-parabol.jp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0A3D62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914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1956 – 2026 · 70 NĂM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" y="1737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BK360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Hành trình 70 năm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58368" y="3794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tham quan ảo 360° – Đại học Bách khoa Hà Nội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ý tưởng &amp; bản demo  ·  Tháng 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Bối cảnh &amp; cơ hội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2026 – tròn 70 năm thành lập trường (1956–2026). Một dịp hiếm để kể câu chuyện Bách Khoa với hàng vạn cựu sinh viên, học sinh và khách tham quan.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51760"/>
            <a:ext cx="868680" cy="8686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Cựu sinh viên ở xa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thế hệ không thể về trường dịp lễ — cần một cách “trở lại” campus từ bất cứ đâu.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22860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2651760"/>
            <a:ext cx="868680" cy="8686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6008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sản cần lưu giữ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4389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Parabol, các tòa nhà, ảnh tư liệu… chưa được số hóa và kể chuyện một cách hệ thống.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22860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2651760"/>
            <a:ext cx="868680" cy="8686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6" name="Text 14"/>
          <p:cNvSpPr/>
          <p:nvPr/>
        </p:nvSpPr>
        <p:spPr>
          <a:xfrm>
            <a:off x="8403336" y="26517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7616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Khách tham quan tại chỗ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4389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dự lễ cần định hướng, biết nơi diễn ra sự kiện và hiểu lịch sử từng địa điểm.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Giải pháp: BK360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web-app duy nhất — quét QR là vào, không cần cài đặt — đưa khách đi khắp campus qua ảnh 360°, kèm bản đồ và câu chuyện lịch sử của từng điểm.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651760" y="26517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Đắm chìm trong không gian thật của trường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651760" y="38862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điểm biểu tượng trong tour mở đầu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chạm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51206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 mở thẳng điểm tham quan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14816" y="859536"/>
            <a:ext cx="2556434" cy="5138928"/>
          </a:xfrm>
          <a:prstGeom prst="roundRect">
            <a:avLst>
              <a:gd name="adj" fmla="val 8227"/>
            </a:avLst>
          </a:prstGeom>
          <a:solidFill>
            <a:srgbClr val="1B253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pano-parabo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9680" y="914400"/>
            <a:ext cx="2446706" cy="50292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Trải nghiệm tham quan 360°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8096" y="1225296"/>
            <a:ext cx="2600919" cy="5230368"/>
          </a:xfrm>
          <a:prstGeom prst="roundRect">
            <a:avLst>
              <a:gd name="adj" fmla="val 8086"/>
            </a:avLst>
          </a:prstGeom>
          <a:solidFill>
            <a:srgbClr val="1B253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Image 0" descr="pano-libr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80160"/>
            <a:ext cx="2491191" cy="512064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2688" y="14173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081628">
              <a:alpha val="7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 Bản đồ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32688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Tạ Quang Bửu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32688" y="58978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81628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589788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Xoay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47088" y="58978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81628"/>
          </a:solidFill>
          <a:ln/>
        </p:spPr>
      </p:sp>
      <p:sp>
        <p:nvSpPr>
          <p:cNvPr id="11" name="Text 8"/>
          <p:cNvSpPr/>
          <p:nvPr/>
        </p:nvSpPr>
        <p:spPr>
          <a:xfrm>
            <a:off x="1847088" y="58978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Thuyết minh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023360" y="1600200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3" name="Text 10"/>
          <p:cNvSpPr/>
          <p:nvPr/>
        </p:nvSpPr>
        <p:spPr>
          <a:xfrm>
            <a:off x="4023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772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Kéo / vuốt để nhìn quanh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7720" y="20116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Xoay 360° mượt mà bằng chuột hoặc cảm ứng trên điện thoại.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023360" y="2770632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7" name="Text 14"/>
          <p:cNvSpPr/>
          <p:nvPr/>
        </p:nvSpPr>
        <p:spPr>
          <a:xfrm>
            <a:off x="402336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272491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Xoay điện thoại (gyroscope)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3182112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Nghiêng máy để nhìn quanh như đang đứng giữa sân trường.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023360" y="3941064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1" name="Text 18"/>
          <p:cNvSpPr/>
          <p:nvPr/>
        </p:nvSpPr>
        <p:spPr>
          <a:xfrm>
            <a:off x="402336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17720" y="389534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Hotspot di chuyển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17720" y="4352544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vòng tròn la bàn để “bước” sang địa điểm kế tiếp.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023360" y="5111496"/>
            <a:ext cx="457200" cy="45720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25" name="Text 22"/>
          <p:cNvSpPr/>
          <p:nvPr/>
        </p:nvSpPr>
        <p:spPr>
          <a:xfrm>
            <a:off x="402336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17720" y="506577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Thuyết minh giọng nói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617720" y="5522976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giới thiệu từng điểm — rảnh tay, thân thiện cho mọi lứa tuổi.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Tính năng chính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55648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Bản đồ campus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từng tòa nhà, chạm để tới thẳng điểm tham quan.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175564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0" name="Text 8"/>
          <p:cNvSpPr/>
          <p:nvPr/>
        </p:nvSpPr>
        <p:spPr>
          <a:xfrm>
            <a:off x="4636008" y="175564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🕰️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50408" y="17830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Dòng thời gian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54296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 lịch sử từ 1956 đến nay cho mỗi địa điểm.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14630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1755648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75564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72016" y="17830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Xưa &amp; Nay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75904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so sánh ảnh tư liệu cũ và hình ảnh hiện tại.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17880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788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42062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Điểm sự kiện 70 năm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2688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dấu sân khấu, triển lãm, khu gian hàng dịp lễ.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61688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4178808"/>
            <a:ext cx="777240" cy="77724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5" name="Text 23"/>
          <p:cNvSpPr/>
          <p:nvPr/>
        </p:nvSpPr>
        <p:spPr>
          <a:xfrm>
            <a:off x="4636008" y="41788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50408" y="42062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 QR mỗi điểm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54296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tại trường — quét vào thẳng panorama tương ứng.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83296" y="38862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7616" y="4178808"/>
            <a:ext cx="777240" cy="7772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0" name="Text 28"/>
          <p:cNvSpPr/>
          <p:nvPr/>
        </p:nvSpPr>
        <p:spPr>
          <a:xfrm>
            <a:off x="8357616" y="417880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72016" y="42062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Web, không cài đặt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375904" y="5120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trên mọi điện thoại; sẵn sàng song ngữ Việt/Anh.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Kể chuyện 70 năm: Xưa &amp; Nay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31936" y="813816"/>
            <a:ext cx="2645405" cy="5321808"/>
          </a:xfrm>
          <a:prstGeom prst="roundRect">
            <a:avLst>
              <a:gd name="adj" fmla="val 7950"/>
            </a:avLst>
          </a:prstGeom>
          <a:solidFill>
            <a:srgbClr val="1B253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0" y="868680"/>
            <a:ext cx="2535677" cy="5212080"/>
          </a:xfrm>
          <a:prstGeom prst="roundRect">
            <a:avLst>
              <a:gd name="adj" fmla="val 6491"/>
            </a:avLst>
          </a:prstGeom>
          <a:solidFill>
            <a:srgbClr val="0B1726"/>
          </a:solidFill>
          <a:ln/>
        </p:spPr>
      </p:sp>
      <p:sp>
        <p:nvSpPr>
          <p:cNvPr id="5" name="Shape 3"/>
          <p:cNvSpPr/>
          <p:nvPr/>
        </p:nvSpPr>
        <p:spPr>
          <a:xfrm>
            <a:off x="8631936" y="813816"/>
            <a:ext cx="2645405" cy="5321808"/>
          </a:xfrm>
          <a:prstGeom prst="roundRect">
            <a:avLst>
              <a:gd name="adj" fmla="val 7950"/>
            </a:avLst>
          </a:prstGeom>
          <a:solidFill>
            <a:srgbClr val="1B253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0" y="868680"/>
            <a:ext cx="2535677" cy="5212080"/>
          </a:xfrm>
          <a:prstGeom prst="roundRect">
            <a:avLst>
              <a:gd name="adj" fmla="val 6491"/>
            </a:avLst>
          </a:prstGeom>
          <a:solidFill>
            <a:srgbClr val="000000"/>
          </a:solidFill>
          <a:ln/>
        </p:spPr>
      </p:sp>
      <p:pic>
        <p:nvPicPr>
          <p:cNvPr id="7" name="Image 0" descr="pano-libr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868680"/>
            <a:ext cx="2535677" cy="1824228"/>
          </a:xfrm>
          <a:prstGeom prst="rect">
            <a:avLst/>
          </a:prstGeom>
        </p:spPr>
      </p:pic>
      <p:pic>
        <p:nvPicPr>
          <p:cNvPr id="8" name="Image 1" descr="ui-inf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0" y="1371600"/>
            <a:ext cx="2535677" cy="4709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554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Mỗi địa điểm là một lát cắt lịch sử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biểu tượng ℹ️ để mở panel: mô tả, dòng thời gian các mốc quan trọng và slider so sánh ảnh.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2971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Slider “Xưa &amp; Nay”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thanh trắng để thấy cùng một góc trường thay đổi qua 70 năm — chạm vào cảm xúc của cựu sinh viên.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4389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Tư liệu sống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0080" y="4846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ảnh từ Phòng Truyền thống và đóng góp của cựu sinh viên để làm giàu nội dung theo thời gian.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Bản đồ &amp; mã QR tại sự kiện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8096" y="813816"/>
            <a:ext cx="2645405" cy="5321808"/>
          </a:xfrm>
          <a:prstGeom prst="roundRect">
            <a:avLst>
              <a:gd name="adj" fmla="val 7950"/>
            </a:avLst>
          </a:prstGeom>
          <a:solidFill>
            <a:srgbClr val="1B253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868680"/>
            <a:ext cx="2535677" cy="5212080"/>
          </a:xfrm>
          <a:prstGeom prst="roundRect">
            <a:avLst>
              <a:gd name="adj" fmla="val 6491"/>
            </a:avLst>
          </a:prstGeom>
          <a:solidFill>
            <a:srgbClr val="F5F7FB"/>
          </a:solidFill>
          <a:ln/>
        </p:spPr>
      </p:sp>
      <p:pic>
        <p:nvPicPr>
          <p:cNvPr id="5" name="Image 0" descr="ui-dra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2535677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4944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Bản đồ campus tương tác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949440" y="185623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thấy ngay mình có thể đi đâu, điểm nào đang diễn ra sự kiện 70 năm (pin tím).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2670048"/>
            <a:ext cx="411480" cy="4114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670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26243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cho từng địa điểm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949440" y="3063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tòa nhà một mã QR riêng → quét là mở thẳng panorama điểm đó, không cần dò tìm.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3877056"/>
            <a:ext cx="411480" cy="4114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49440" y="38313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bảng QR cho ban tổ chức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949440" y="427024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thao tác in ra bảng QR tất cả điểm, dán tại trường trong ngày lễ.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5084064"/>
            <a:ext cx="411480" cy="41148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5084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49440" y="50383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Sẵn sàng cho lượng truy cập lớn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949440" y="547725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tĩnh + CDN, chịu tải tốt khi hàng nghìn khách cùng quét.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Công nghệ &amp; nền tảng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VR360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65176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dựng hình cầu panorama — sẵn sàng thay ảnh 360° thật.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91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điểm nhấn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/ model-viewer cho 1–2 biểu tượng (Cổng Parabol) ở giai đoạn sau.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Bản đồ 2D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nhẹ, pin tương tác, dễ mở rộng thêm điểm.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/ PWA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0" y="3108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mọi thiết bị, cài như app, hoạt động cả khi mạng yếu.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0A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chọn Web?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chỉ cần quét QR là dùng ngay — không qua App Store, không chiếm dung lượng máy. Một bản chạy trên cả iOS, Android, máy tính. Lý tưởng cho sự kiện ngắn ngày, đông người.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Lộ trình triển khai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2324F"/>
          </a:solidFill>
          <a:ln w="12700">
            <a:solidFill>
              <a:srgbClr val="1E4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5B30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kịp lễ 70 năm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điểm ảnh 360° thật · lịch sử đã xác minh · bản đồ · mã QR. Khung phần mềm đã sẵn sàng.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2324F"/>
          </a:solidFill>
          <a:ln w="12700">
            <a:solidFill>
              <a:srgbClr val="1E46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636008" y="1627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6008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Làm giàu nội dung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33832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minh thu âm thật · ảnh Xưa &amp; Nay tư liệu · lịch sự kiện theo giờ · song ngữ Việt/Anh.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2324F"/>
          </a:solidFill>
          <a:ln w="12700">
            <a:solidFill>
              <a:srgbClr val="1E46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62763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57616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Nâng cao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338328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3D điểm nhấn · kính VR Cardboard · PWA cài đặt &amp; dùng offline.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Kinh phí dự kiến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 tính minh hoạ cho Phase 1–2 (cần khảo sát thực tế). Đơn vị: triệu đồng.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548640"/>
          </a:xfrm>
          <a:prstGeom prst="rect">
            <a:avLst/>
          </a:prstGeom>
          <a:solidFill>
            <a:srgbClr val="0A3D62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Hạng mục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3108960" cy="548640"/>
          </a:xfrm>
          <a:prstGeom prst="rect">
            <a:avLst/>
          </a:prstGeom>
          <a:solidFill>
            <a:srgbClr val="0A3D62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783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Phạm vi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35440" y="1783080"/>
            <a:ext cx="2286000" cy="548640"/>
          </a:xfrm>
          <a:prstGeom prst="rect">
            <a:avLst/>
          </a:prstGeom>
          <a:solidFill>
            <a:srgbClr val="0A3D62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726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Ước tính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54864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chụp 360° (thuê hoặc mua)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310896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Insta360 / GoPro MAX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35440" y="2331720"/>
            <a:ext cx="22860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30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803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&amp; hậu kỳ ảnh 360° + tư liệu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288036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địa điểm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235440" y="28803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54864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290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&amp; kiểm thử web-app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26480" y="3429000"/>
            <a:ext cx="310896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235440" y="3429000"/>
            <a:ext cx="22860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3429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80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776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âm thuyết minh song ngữ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26480" y="397764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977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Việt + Anh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235440" y="39776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12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54864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526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tên miền, vận hành 1 năm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126480" y="4526280"/>
            <a:ext cx="310896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526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CDN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235440" y="4526280"/>
            <a:ext cx="2286000" cy="548640"/>
          </a:xfrm>
          <a:prstGeom prst="rect">
            <a:avLst/>
          </a:prstGeom>
          <a:solidFill>
            <a:srgbClr val="F5F7FB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4526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0080" y="5074920"/>
            <a:ext cx="5486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0749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 (~10%)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126480" y="50749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074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9235440" y="50749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5074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15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40080" y="5623560"/>
            <a:ext cx="5486400" cy="548640"/>
          </a:xfrm>
          <a:prstGeom prst="rect">
            <a:avLst/>
          </a:prstGeom>
          <a:solidFill>
            <a:srgbClr val="F5B301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6235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(minh hoạ)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126480" y="5623560"/>
            <a:ext cx="3108960" cy="548640"/>
          </a:xfrm>
          <a:prstGeom prst="rect">
            <a:avLst/>
          </a:prstGeom>
          <a:solidFill>
            <a:srgbClr val="F5B301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623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9235440" y="5623560"/>
            <a:ext cx="2286000" cy="548640"/>
          </a:xfrm>
          <a:prstGeom prst="rect">
            <a:avLst/>
          </a:prstGeom>
          <a:solidFill>
            <a:srgbClr val="F5B301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5623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80 – 160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no-stadium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E1B32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Cùng đưa Bách Khoa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vào không gian số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68680" y="3611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món quà 70 năm cho mọi thế hệ sinh viên — chạm tay là về lại mái trường.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4663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4754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5138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5–10 địa điểm đầu tiên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4663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4754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54880" y="5138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Phòng Truyền thống xin tư liệu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75320" y="4663440"/>
            <a:ext cx="33832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54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458200" y="5138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lịch chụp ảnh 360°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2026-05-31T04:55:30Z</dcterms:created>
  <dcterms:modified xsi:type="dcterms:W3CDTF">2026-05-31T04:55:30Z</dcterms:modified>
</cp:coreProperties>
</file>